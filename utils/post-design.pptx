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772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20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272011"/>
            <a:ext cx="6606540" cy="2705947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4082310"/>
            <a:ext cx="5829300" cy="1876530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2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1937705"/>
            <a:ext cx="6703695" cy="3233102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5201393"/>
            <a:ext cx="6703695" cy="1700212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85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069042"/>
            <a:ext cx="330327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069042"/>
            <a:ext cx="3303270" cy="49315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4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413810"/>
            <a:ext cx="670369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1905318"/>
            <a:ext cx="3288089" cy="93376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2839085"/>
            <a:ext cx="3288089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1905318"/>
            <a:ext cx="3304282" cy="933767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2839085"/>
            <a:ext cx="3304282" cy="41758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6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8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8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18160"/>
            <a:ext cx="2506801" cy="18135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119083"/>
            <a:ext cx="3934778" cy="5523442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331720"/>
            <a:ext cx="2506801" cy="4319800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1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18160"/>
            <a:ext cx="2506801" cy="18135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119083"/>
            <a:ext cx="3934778" cy="5523442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2331720"/>
            <a:ext cx="2506801" cy="4319800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3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413808"/>
            <a:ext cx="1675924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413808"/>
            <a:ext cx="4930616" cy="65867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48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413810"/>
            <a:ext cx="670369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069042"/>
            <a:ext cx="670369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7203865"/>
            <a:ext cx="174879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75A86-4164-425B-8B7C-3953855807F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7203865"/>
            <a:ext cx="262318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7203865"/>
            <a:ext cx="174879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B868C-6144-40DF-B758-DDCD61BF6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4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E5C8-8D70-4255-9790-E561FA808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BBF2F-3F82-480B-80EC-227936B4A5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-497" b="-1"/>
          <a:stretch/>
        </p:blipFill>
        <p:spPr>
          <a:xfrm>
            <a:off x="0" y="-74428"/>
            <a:ext cx="7772400" cy="7846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AD6D77-23EA-41C1-8248-6277E1F58485}"/>
              </a:ext>
            </a:extLst>
          </p:cNvPr>
          <p:cNvSpPr txBox="1"/>
          <p:nvPr/>
        </p:nvSpPr>
        <p:spPr>
          <a:xfrm>
            <a:off x="339306" y="5058403"/>
            <a:ext cx="7093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2800" dirty="0">
                <a:solidFill>
                  <a:srgbClr val="FFFF00"/>
                </a:solidFill>
                <a:latin typeface="Hind SemiBold" panose="02000000000000000000" pitchFamily="2" charset="0"/>
                <a:cs typeface="Hind SemiBold" panose="02000000000000000000" pitchFamily="2" charset="0"/>
              </a:rPr>
              <a:t>मनासा, नीमच </a:t>
            </a:r>
            <a:r>
              <a:rPr lang="hi-IN" sz="2800" dirty="0">
                <a:solidFill>
                  <a:srgbClr val="FFFF00"/>
                </a:solidFill>
              </a:rPr>
              <a:t>| </a:t>
            </a:r>
            <a:r>
              <a:rPr lang="hi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ind SemiBold" panose="02000000000000000000" pitchFamily="2" charset="0"/>
                <a:cs typeface="Hind SemiBold" panose="02000000000000000000" pitchFamily="2" charset="0"/>
              </a:rPr>
              <a:t>खबर विस्तार मे...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ind SemiBold" panose="02000000000000000000" pitchFamily="2" charset="0"/>
              <a:cs typeface="Hind SemiBold" panose="020000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C19177-9072-4997-8C1A-9BC4151DA223}"/>
              </a:ext>
            </a:extLst>
          </p:cNvPr>
          <p:cNvSpPr/>
          <p:nvPr/>
        </p:nvSpPr>
        <p:spPr>
          <a:xfrm>
            <a:off x="419338" y="1331602"/>
            <a:ext cx="6933718" cy="46362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A4C1A5-966F-4C55-BDCE-88E8B609368B}"/>
              </a:ext>
            </a:extLst>
          </p:cNvPr>
          <p:cNvSpPr/>
          <p:nvPr/>
        </p:nvSpPr>
        <p:spPr>
          <a:xfrm>
            <a:off x="1072954" y="1372462"/>
            <a:ext cx="56264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2800" b="1" dirty="0">
                <a:latin typeface="Aparajita" panose="020B0604020202020204" pitchFamily="34" charset="0"/>
                <a:cs typeface="Aparajita" panose="020B0604020202020204" pitchFamily="34" charset="0"/>
              </a:rPr>
              <a:t>रोजगार , बाज़ार , मंडी , NEWS , खास खबर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C1BEF-577E-4266-9349-670FAA79E4D5}"/>
              </a:ext>
            </a:extLst>
          </p:cNvPr>
          <p:cNvSpPr/>
          <p:nvPr/>
        </p:nvSpPr>
        <p:spPr>
          <a:xfrm>
            <a:off x="487237" y="7258426"/>
            <a:ext cx="18474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2400" b="1" dirty="0">
                <a:latin typeface="Aparajita" panose="020B0604020202020204" pitchFamily="34" charset="0"/>
                <a:cs typeface="Aparajita" panose="020B0604020202020204" pitchFamily="34" charset="0"/>
              </a:rPr>
              <a:t>@</a:t>
            </a:r>
            <a:r>
              <a:rPr lang="en-US" sz="2400" b="1" dirty="0">
                <a:latin typeface="Aparajita" panose="020B0604020202020204" pitchFamily="34" charset="0"/>
                <a:cs typeface="Aparajita" panose="020B0604020202020204" pitchFamily="34" charset="0"/>
              </a:rPr>
              <a:t> </a:t>
            </a:r>
            <a:r>
              <a:rPr lang="en-US" sz="2400" b="1" dirty="0" err="1">
                <a:latin typeface="Aparajita" panose="020B0604020202020204" pitchFamily="34" charset="0"/>
                <a:cs typeface="Aparajita" panose="020B0604020202020204" pitchFamily="34" charset="0"/>
              </a:rPr>
              <a:t>neemuchhub</a:t>
            </a:r>
            <a:endParaRPr lang="hi-IN" sz="2400" b="1" dirty="0"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221D26-7C19-4078-B40F-3A2820C43C53}"/>
              </a:ext>
            </a:extLst>
          </p:cNvPr>
          <p:cNvSpPr txBox="1"/>
          <p:nvPr/>
        </p:nvSpPr>
        <p:spPr>
          <a:xfrm>
            <a:off x="2130102" y="3051600"/>
            <a:ext cx="3512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ind SemiBold" panose="02000000000000000000" pitchFamily="2" charset="0"/>
                <a:cs typeface="Hind SemiBold" panose="02000000000000000000" pitchFamily="2" charset="0"/>
              </a:rPr>
              <a:t>&lt; तस्वीर कोई &gt;</a:t>
            </a:r>
            <a:endParaRPr 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ind SemiBold" panose="02000000000000000000" pitchFamily="2" charset="0"/>
              <a:cs typeface="Hind Semi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779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E5C8-8D70-4255-9790-E561FA808B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BBBF2F-3F82-480B-80EC-227936B4A5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-497" b="-1"/>
          <a:stretch/>
        </p:blipFill>
        <p:spPr>
          <a:xfrm>
            <a:off x="0" y="-74428"/>
            <a:ext cx="7772400" cy="7846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AD6D77-23EA-41C1-8248-6277E1F58485}"/>
              </a:ext>
            </a:extLst>
          </p:cNvPr>
          <p:cNvSpPr txBox="1"/>
          <p:nvPr/>
        </p:nvSpPr>
        <p:spPr>
          <a:xfrm>
            <a:off x="339306" y="5058403"/>
            <a:ext cx="709377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i-IN" sz="2800" dirty="0">
                <a:solidFill>
                  <a:srgbClr val="FFFF00"/>
                </a:solidFill>
                <a:latin typeface="Hind SemiBold" panose="02000000000000000000" pitchFamily="2" charset="0"/>
                <a:cs typeface="Hind SemiBold" panose="02000000000000000000" pitchFamily="2" charset="0"/>
              </a:rPr>
              <a:t>मनासा, नीमच </a:t>
            </a:r>
            <a:r>
              <a:rPr lang="hi-IN" sz="2800" dirty="0">
                <a:solidFill>
                  <a:srgbClr val="FFFF00"/>
                </a:solidFill>
              </a:rPr>
              <a:t>|</a:t>
            </a:r>
            <a:r>
              <a:rPr lang="hi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ind SemiBold" panose="02000000000000000000" pitchFamily="2" charset="0"/>
                <a:cs typeface="Hind SemiBold" panose="02000000000000000000" pitchFamily="2" charset="0"/>
              </a:rPr>
              <a:t> मनासा मे GBS सिंड्रोम की वजह से दो मासूमो की मौत हुई , घटना के बाद प्रशासन  हरकत में आया | स्वास्थ विभाग की टीम ने घर-घर सर्वेक्षण शुरू किया , साथ ही भोपाल से आये एक्सपर्ट्स की टीम ने भी घटना की जांच शुरू की |</a:t>
            </a:r>
            <a:endParaRPr 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ind SemiBold" panose="02000000000000000000" pitchFamily="2" charset="0"/>
              <a:cs typeface="Hind SemiBold" panose="020000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C19177-9072-4997-8C1A-9BC4151DA223}"/>
              </a:ext>
            </a:extLst>
          </p:cNvPr>
          <p:cNvSpPr/>
          <p:nvPr/>
        </p:nvSpPr>
        <p:spPr>
          <a:xfrm>
            <a:off x="-1661339" y="1321154"/>
            <a:ext cx="3798483" cy="45448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A4C1A5-966F-4C55-BDCE-88E8B609368B}"/>
              </a:ext>
            </a:extLst>
          </p:cNvPr>
          <p:cNvSpPr/>
          <p:nvPr/>
        </p:nvSpPr>
        <p:spPr>
          <a:xfrm>
            <a:off x="77739" y="1305186"/>
            <a:ext cx="56264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3200" b="1" dirty="0">
                <a:latin typeface="Aparajita" panose="020B0604020202020204" pitchFamily="34" charset="0"/>
                <a:cs typeface="Aparajita" panose="020B0604020202020204" pitchFamily="34" charset="0"/>
              </a:rPr>
              <a:t>ब्रेकिंग न्यूज़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C1BEF-577E-4266-9349-670FAA79E4D5}"/>
              </a:ext>
            </a:extLst>
          </p:cNvPr>
          <p:cNvSpPr/>
          <p:nvPr/>
        </p:nvSpPr>
        <p:spPr>
          <a:xfrm>
            <a:off x="487237" y="7258426"/>
            <a:ext cx="18474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i-IN" sz="2400" b="1" dirty="0">
                <a:latin typeface="Aparajita" panose="020B0604020202020204" pitchFamily="34" charset="0"/>
                <a:cs typeface="Aparajita" panose="020B0604020202020204" pitchFamily="34" charset="0"/>
              </a:rPr>
              <a:t>@</a:t>
            </a:r>
            <a:r>
              <a:rPr lang="en-US" sz="2400" b="1" dirty="0">
                <a:latin typeface="Aparajita" panose="020B0604020202020204" pitchFamily="34" charset="0"/>
                <a:cs typeface="Aparajita" panose="020B0604020202020204" pitchFamily="34" charset="0"/>
              </a:rPr>
              <a:t> </a:t>
            </a:r>
            <a:r>
              <a:rPr lang="en-US" sz="2400" b="1" dirty="0" err="1">
                <a:latin typeface="Aparajita" panose="020B0604020202020204" pitchFamily="34" charset="0"/>
                <a:cs typeface="Aparajita" panose="020B0604020202020204" pitchFamily="34" charset="0"/>
              </a:rPr>
              <a:t>neemuchhub</a:t>
            </a:r>
            <a:endParaRPr lang="hi-IN" sz="2400" b="1" dirty="0">
              <a:latin typeface="Aparajita" panose="020B06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2C06DF-7085-414B-A375-EDB6CFB14D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51" b="9524"/>
          <a:stretch/>
        </p:blipFill>
        <p:spPr>
          <a:xfrm>
            <a:off x="1031358" y="1967485"/>
            <a:ext cx="5626485" cy="3000045"/>
          </a:xfrm>
          <a:prstGeom prst="rect">
            <a:avLst/>
          </a:prstGeom>
          <a:ln w="57150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185116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81</Words>
  <Application>Microsoft Office PowerPoint</Application>
  <PresentationFormat>Custom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Aparajita</vt:lpstr>
      <vt:lpstr>Arial</vt:lpstr>
      <vt:lpstr>Calibri</vt:lpstr>
      <vt:lpstr>Calibri Light</vt:lpstr>
      <vt:lpstr>Hind SemiBold</vt:lpstr>
      <vt:lpstr>Mangal</vt:lpstr>
      <vt:lpstr>Office Theme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TRILOK ARYA</dc:creator>
  <cp:lastModifiedBy>TRILOK ARYA</cp:lastModifiedBy>
  <cp:revision>21</cp:revision>
  <dcterms:created xsi:type="dcterms:W3CDTF">2026-01-15T12:26:06Z</dcterms:created>
  <dcterms:modified xsi:type="dcterms:W3CDTF">2026-01-16T11:28:51Z</dcterms:modified>
</cp:coreProperties>
</file>